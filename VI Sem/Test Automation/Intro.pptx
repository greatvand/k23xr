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karsh Agarwal" userId="7a1216fa42ee05d0" providerId="LiveId" clId="{5A8ABE04-300D-46CD-9942-40B59078845C}"/>
    <pc:docChg chg="undo custSel addSld modSld">
      <pc:chgData name="Utkarsh Agarwal" userId="7a1216fa42ee05d0" providerId="LiveId" clId="{5A8ABE04-300D-46CD-9942-40B59078845C}" dt="2026-04-08T15:29:10.636" v="16" actId="22"/>
      <pc:docMkLst>
        <pc:docMk/>
      </pc:docMkLst>
      <pc:sldChg chg="addSp modSp new mod">
        <pc:chgData name="Utkarsh Agarwal" userId="7a1216fa42ee05d0" providerId="LiveId" clId="{5A8ABE04-300D-46CD-9942-40B59078845C}" dt="2026-04-08T15:23:16.332" v="8" actId="1076"/>
        <pc:sldMkLst>
          <pc:docMk/>
          <pc:sldMk cId="829171626" sldId="258"/>
        </pc:sldMkLst>
        <pc:picChg chg="add mod">
          <ac:chgData name="Utkarsh Agarwal" userId="7a1216fa42ee05d0" providerId="LiveId" clId="{5A8ABE04-300D-46CD-9942-40B59078845C}" dt="2026-04-08T15:23:16.332" v="8" actId="1076"/>
          <ac:picMkLst>
            <pc:docMk/>
            <pc:sldMk cId="829171626" sldId="258"/>
            <ac:picMk id="5" creationId="{E0B4CB88-6F42-8EDB-B470-0F5912BFFA06}"/>
          </ac:picMkLst>
        </pc:picChg>
      </pc:sldChg>
      <pc:sldChg chg="addSp delSp new mod">
        <pc:chgData name="Utkarsh Agarwal" userId="7a1216fa42ee05d0" providerId="LiveId" clId="{5A8ABE04-300D-46CD-9942-40B59078845C}" dt="2026-04-08T15:26:09.967" v="12" actId="22"/>
        <pc:sldMkLst>
          <pc:docMk/>
          <pc:sldMk cId="1931896425" sldId="259"/>
        </pc:sldMkLst>
        <pc:picChg chg="add del">
          <ac:chgData name="Utkarsh Agarwal" userId="7a1216fa42ee05d0" providerId="LiveId" clId="{5A8ABE04-300D-46CD-9942-40B59078845C}" dt="2026-04-08T15:26:09.290" v="11" actId="22"/>
          <ac:picMkLst>
            <pc:docMk/>
            <pc:sldMk cId="1931896425" sldId="259"/>
            <ac:picMk id="5" creationId="{7BE4FE19-F24C-0B3E-9E34-EB95AEB179EC}"/>
          </ac:picMkLst>
        </pc:picChg>
        <pc:picChg chg="add">
          <ac:chgData name="Utkarsh Agarwal" userId="7a1216fa42ee05d0" providerId="LiveId" clId="{5A8ABE04-300D-46CD-9942-40B59078845C}" dt="2026-04-08T15:26:09.967" v="12" actId="22"/>
          <ac:picMkLst>
            <pc:docMk/>
            <pc:sldMk cId="1931896425" sldId="259"/>
            <ac:picMk id="7" creationId="{55703D91-C6FE-DF37-E790-12BF14C64E29}"/>
          </ac:picMkLst>
        </pc:picChg>
      </pc:sldChg>
      <pc:sldChg chg="addSp new mod">
        <pc:chgData name="Utkarsh Agarwal" userId="7a1216fa42ee05d0" providerId="LiveId" clId="{5A8ABE04-300D-46CD-9942-40B59078845C}" dt="2026-04-08T15:26:53.717" v="14" actId="22"/>
        <pc:sldMkLst>
          <pc:docMk/>
          <pc:sldMk cId="2950099178" sldId="260"/>
        </pc:sldMkLst>
        <pc:picChg chg="add">
          <ac:chgData name="Utkarsh Agarwal" userId="7a1216fa42ee05d0" providerId="LiveId" clId="{5A8ABE04-300D-46CD-9942-40B59078845C}" dt="2026-04-08T15:26:53.717" v="14" actId="22"/>
          <ac:picMkLst>
            <pc:docMk/>
            <pc:sldMk cId="2950099178" sldId="260"/>
            <ac:picMk id="5" creationId="{587E643B-DE8C-4DAF-411E-A1BFC14CC38C}"/>
          </ac:picMkLst>
        </pc:picChg>
      </pc:sldChg>
      <pc:sldChg chg="addSp new mod">
        <pc:chgData name="Utkarsh Agarwal" userId="7a1216fa42ee05d0" providerId="LiveId" clId="{5A8ABE04-300D-46CD-9942-40B59078845C}" dt="2026-04-08T15:29:10.636" v="16" actId="22"/>
        <pc:sldMkLst>
          <pc:docMk/>
          <pc:sldMk cId="3462483619" sldId="261"/>
        </pc:sldMkLst>
        <pc:picChg chg="add">
          <ac:chgData name="Utkarsh Agarwal" userId="7a1216fa42ee05d0" providerId="LiveId" clId="{5A8ABE04-300D-46CD-9942-40B59078845C}" dt="2026-04-08T15:29:10.636" v="16" actId="22"/>
          <ac:picMkLst>
            <pc:docMk/>
            <pc:sldMk cId="3462483619" sldId="261"/>
            <ac:picMk id="5" creationId="{D83C755F-8864-38D3-43AE-BB9E99AAD3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F2C2-0C5A-06BF-6181-D68FA7360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949A6-DAA6-6BD0-B032-306356C56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9A901-B00C-290B-2504-725D536A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D763F-081B-904B-D809-F0299FBB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A1AFF-53E6-5CA6-E47D-4B389C0B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45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8CD2-E23F-6924-3721-5EC46F53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179C6-9EFB-1A10-52A1-671D66416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20D73-1352-9BDD-6020-BE3CD26BD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3C6D7-928D-539D-462E-5361C504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9C472-A5FF-69A1-C349-97FE277B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62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56CDB-C642-0E59-A1C6-0B81B82C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6A2B1-0660-9A18-C6F3-011A63C1C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C0BF1-1608-8401-0D9F-11BAC1CA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A7907-A43A-1090-CDE8-475A4826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80DF-9E66-8F24-39F5-67BA19D5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4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81D9-F1B0-7A34-99D5-1FAA7991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FF73C-A6A0-64CE-8E57-FF5BFB3AD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B27D5-F63E-B163-916F-199DCBC3C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5CCF9-9C8E-8101-A2CA-B72319A9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A07A5-437C-3CE6-2C7F-A86146D5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706B7-CA50-5B89-E801-10E92A61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76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2B43-AEA4-F192-C94F-46822E20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087FE-36B4-61AC-8B5B-30F219D67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B0054-6118-9892-ACD3-8A0C551AA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3CA6B4-0991-826C-343D-610CA39B4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8DCA4-BE6E-B8B0-F9F8-8D95F2E32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73FE07-5CFF-FD66-ADFC-9831AEEC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FA2E5-7458-D4E3-D830-3E3EA8F6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62290-D00F-CEB7-D2FA-ECCF7C35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94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93FF-1F26-6C5D-1869-7864E258B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21157-1708-9C2E-D4BA-58814CC5B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6DB20-2A77-7FE3-EAA0-D12BFE64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22346-3F6A-1A2B-50DD-3A84DDF5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27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37C013-B027-49BA-43FC-333C55F0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A81E6-1A08-A740-567E-0B8F5A730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7AEF7-ADD3-5CEF-019F-20084F663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95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F350-7AB0-48E9-C5AF-294C7E60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BBC82-1D8C-4B86-8A1F-6E06F71B3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63B59-58BD-0B88-27F7-0327B715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0B64F-0AD2-5352-D1B8-85136735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9A89B-C610-DAF0-EE2A-6B0B88AEE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88786-C7F3-7B6A-36EB-60E1CA8C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46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2E48-9B91-506D-5383-F08748FB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D74E3-CF4F-D859-CE03-86F22CF50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72691-F2B6-464B-E3BF-0ED198319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7A5AA-8552-8B32-60C1-F6AE78DA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AF8E8-DC54-4755-8FB6-E7A04EBF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4F9CA-7A99-0B4B-5D35-EF122623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057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2F67-EDAC-3B9C-3FC2-C2ACDC62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2C6A0-943E-B8CE-1A6E-CC435D36B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C7601-55D2-D37D-EDF8-BC8F28F4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B1F4E-494A-7E5B-9289-D228650A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F9D55-0E59-E321-3DCD-3FD18BB5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514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49571-5AE4-F661-BE5A-A7F9464FC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220CD-1F9B-7FAA-5A32-C9CFE605E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203B1-3EA8-A018-A54D-E0F2E713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36B7E-D232-57CC-02CF-6787BE11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96E55-FFBE-1247-4A41-42004623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49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47306-813F-24BA-2289-7B61956D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32B9C-AC89-F5A0-6897-A5A342EA9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E296E-3020-3B30-508D-EA2883BF1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2C0A6-D859-4CBA-8537-BB34A8D8786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D5977-836E-5CAB-5820-FC83CE9DC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A028F-04BA-BD27-BE03-0DB47BB27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78A94-5595-453F-9224-392DD56CCD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3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EDC55-43C8-42ED-986D-F0C7FC6CC0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74C8B-8586-7B90-E75F-904586543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04FD6-4C3B-64F5-F763-6C8AD63CE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079"/>
            <a:ext cx="12192000" cy="528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31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4361-6958-3792-78F1-E9974CD8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10792-FD3F-A564-8887-8A39F7684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3D155-B1E3-DBE5-8F1D-4C97AD854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0" y="0"/>
            <a:ext cx="115552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3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572A-04EB-362E-A85F-11057171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265DC-0BBC-E037-4C27-D2C1612A1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B4CB88-6F42-8EDB-B470-0F5912BF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970" y="827776"/>
            <a:ext cx="4964743" cy="491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71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6279-C199-0394-7B7F-EED41DCE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15A6B-FA24-BA80-3EE4-975DF3301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03D91-C6FE-DF37-E790-12BF14C64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286"/>
            <a:ext cx="12192000" cy="598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9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1765-B2C5-6487-8CC2-C6F73820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E0F3-E7A4-551A-8F87-266521000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E643B-DE8C-4DAF-411E-A1BFC14CC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284"/>
            <a:ext cx="12192000" cy="617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9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E94D-9D97-DEDA-5E3F-10A6F0A48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2F42A-CB71-42F2-1458-87F8D843D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C755F-8864-38D3-43AE-BB9E99AA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02" y="0"/>
            <a:ext cx="10986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83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Agarwal</dc:creator>
  <cp:lastModifiedBy>Utkarsh Agarwal</cp:lastModifiedBy>
  <cp:revision>1</cp:revision>
  <dcterms:created xsi:type="dcterms:W3CDTF">2026-03-06T04:25:26Z</dcterms:created>
  <dcterms:modified xsi:type="dcterms:W3CDTF">2026-04-08T15:29:21Z</dcterms:modified>
</cp:coreProperties>
</file>