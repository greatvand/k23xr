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CD8B01-FA55-4EA7-AF8C-5F16A228F468}" v="2" dt="2026-03-06T04:32:07.9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addSld modSld">
      <pc:chgData name="Utkarsh Agarwal" userId="7a1216fa42ee05d0" providerId="LiveId" clId="{5A8ABE04-300D-46CD-9942-40B59078845C}" dt="2026-03-06T04:32:11.102" v="4" actId="22"/>
      <pc:docMkLst>
        <pc:docMk/>
      </pc:docMkLst>
      <pc:sldChg chg="addSp modSp new mod">
        <pc:chgData name="Utkarsh Agarwal" userId="7a1216fa42ee05d0" providerId="LiveId" clId="{5A8ABE04-300D-46CD-9942-40B59078845C}" dt="2026-03-06T04:31:57.314" v="2"/>
        <pc:sldMkLst>
          <pc:docMk/>
          <pc:sldMk cId="4066331514" sldId="256"/>
        </pc:sldMkLst>
        <pc:picChg chg="add mod">
          <ac:chgData name="Utkarsh Agarwal" userId="7a1216fa42ee05d0" providerId="LiveId" clId="{5A8ABE04-300D-46CD-9942-40B59078845C}" dt="2026-03-06T04:31:57.314" v="2"/>
          <ac:picMkLst>
            <pc:docMk/>
            <pc:sldMk cId="4066331514" sldId="256"/>
            <ac:picMk id="5" creationId="{EC104FD6-4C3B-64F5-F763-6C8AD63CEE7C}"/>
          </ac:picMkLst>
        </pc:picChg>
      </pc:sldChg>
      <pc:sldChg chg="addSp new mod">
        <pc:chgData name="Utkarsh Agarwal" userId="7a1216fa42ee05d0" providerId="LiveId" clId="{5A8ABE04-300D-46CD-9942-40B59078845C}" dt="2026-03-06T04:32:11.102" v="4" actId="22"/>
        <pc:sldMkLst>
          <pc:docMk/>
          <pc:sldMk cId="3867838797" sldId="257"/>
        </pc:sldMkLst>
        <pc:picChg chg="add">
          <ac:chgData name="Utkarsh Agarwal" userId="7a1216fa42ee05d0" providerId="LiveId" clId="{5A8ABE04-300D-46CD-9942-40B59078845C}" dt="2026-03-06T04:32:11.102" v="4" actId="22"/>
          <ac:picMkLst>
            <pc:docMk/>
            <pc:sldMk cId="3867838797" sldId="257"/>
            <ac:picMk id="5" creationId="{4B73D155-B1E3-DBE5-8F1D-4C97AD854DB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7F2C2-0C5A-06BF-6181-D68FA7360A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F949A6-DAA6-6BD0-B032-306356C563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9A901-B00C-290B-2504-725D536A8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2C0A6-D859-4CBA-8537-BB34A8D87864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ED763F-081B-904B-D809-F0299FBB9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A1AFF-53E6-5CA6-E47D-4B389C0B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78A94-5595-453F-9224-392DD56CCD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9451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8CD2-E23F-6924-3721-5EC46F534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179C6-9EFB-1A10-52A1-671D66416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020D73-1352-9BDD-6020-BE3CD26BD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2C0A6-D859-4CBA-8537-BB34A8D87864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3C6D7-928D-539D-462E-5361C5049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9C472-A5FF-69A1-C349-97FE277BF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78A94-5595-453F-9224-392DD56CCD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8620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56CDB-C642-0E59-A1C6-0B81B82C2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6A2B1-0660-9A18-C6F3-011A63C1C7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FC0BF1-1608-8401-0D9F-11BAC1CA6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2C0A6-D859-4CBA-8537-BB34A8D87864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1A7907-A43A-1090-CDE8-475A4826D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080DF-9E66-8F24-39F5-67BA19D5B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78A94-5595-453F-9224-392DD56CCD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748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481D9-F1B0-7A34-99D5-1FAA7991A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FF73C-A6A0-64CE-8E57-FF5BFB3ADB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B27D5-F63E-B163-916F-199DCBC3C1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75CCF9-9C8E-8101-A2CA-B72319A90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2C0A6-D859-4CBA-8537-BB34A8D87864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A07A5-437C-3CE6-2C7F-A86146D50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706B7-CA50-5B89-E801-10E92A615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78A94-5595-453F-9224-392DD56CCD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6763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B2B43-AEA4-F192-C94F-46822E20B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087FE-36B4-61AC-8B5B-30F219D67B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B0054-6118-9892-ACD3-8A0C551AAD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3CA6B4-0991-826C-343D-610CA39B4C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88DCA4-BE6E-B8B0-F9F8-8D95F2E32D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73FE07-5CFF-FD66-ADFC-9831AEECD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2C0A6-D859-4CBA-8537-BB34A8D87864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6FA2E5-7458-D4E3-D830-3E3EA8F6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C62290-D00F-CEB7-D2FA-ECCF7C359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78A94-5595-453F-9224-392DD56CCD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7947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993FF-1F26-6C5D-1869-7864E258B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021157-1708-9C2E-D4BA-58814CC5B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2C0A6-D859-4CBA-8537-BB34A8D87864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B6DB20-2A77-7FE3-EAA0-D12BFE64A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722346-3F6A-1A2B-50DD-3A84DDF52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78A94-5595-453F-9224-392DD56CCD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6275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37C013-B027-49BA-43FC-333C55F02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2C0A6-D859-4CBA-8537-BB34A8D87864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2A81E6-1A08-A740-567E-0B8F5A730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D7AEF7-ADD3-5CEF-019F-20084F663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78A94-5595-453F-9224-392DD56CCD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7955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0F350-7AB0-48E9-C5AF-294C7E60D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BBC82-1D8C-4B86-8A1F-6E06F71B3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63B59-58BD-0B88-27F7-0327B7150B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10B64F-0AD2-5352-D1B8-85136735B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2C0A6-D859-4CBA-8537-BB34A8D87864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89A89B-C610-DAF0-EE2A-6B0B88AEE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88786-C7F3-7B6A-36EB-60E1CA8C8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78A94-5595-453F-9224-392DD56CCD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8463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82E48-9B91-506D-5383-F08748FBC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7D74E3-CF4F-D859-CE03-86F22CF503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372691-F2B6-464B-E3BF-0ED198319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7A5AA-8552-8B32-60C1-F6AE78DA1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2C0A6-D859-4CBA-8537-BB34A8D87864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2AF8E8-DC54-4755-8FB6-E7A04EBF7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04F9CA-7A99-0B4B-5D35-EF1226232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78A94-5595-453F-9224-392DD56CCD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60579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E2F67-EDAC-3B9C-3FC2-C2ACDC625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82C6A0-943E-B8CE-1A6E-CC435D36BD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C7601-55D2-D37D-EDF8-BC8F28F42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2C0A6-D859-4CBA-8537-BB34A8D87864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EB1F4E-494A-7E5B-9289-D228650A0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EF9D55-0E59-E321-3DCD-3FD18BB53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78A94-5595-453F-9224-392DD56CCD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5149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049571-5AE4-F661-BE5A-A7F9464FCA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8220CD-1F9B-7FAA-5A32-C9CFE605EF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203B1-3EA8-A018-A54D-E0F2E7133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2C0A6-D859-4CBA-8537-BB34A8D87864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136B7E-D232-57CC-02CF-6787BE11D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96E55-FFBE-1247-4A41-420046234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78A94-5595-453F-9224-392DD56CCD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0495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B47306-813F-24BA-2289-7B61956D3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132B9C-AC89-F5A0-6897-A5A342EA92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E296E-3020-3B30-508D-EA2883BF13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12C0A6-D859-4CBA-8537-BB34A8D87864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D5977-836E-5CAB-5820-FC83CE9DC4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A028F-04BA-BD27-BE03-0DB47BB279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278A94-5595-453F-9224-392DD56CCD0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1431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EDC55-43C8-42ED-986D-F0C7FC6CC0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374C8B-8586-7B90-E75F-9045865436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104FD6-4C3B-64F5-F763-6C8AD63CE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6079"/>
            <a:ext cx="12192000" cy="528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331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94361-6958-3792-78F1-E9974CD89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10792-FD3F-A564-8887-8A39F7684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73D155-B1E3-DBE5-8F1D-4C97AD854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70" y="0"/>
            <a:ext cx="115552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838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2026-03-06T04:25:26Z</dcterms:created>
  <dcterms:modified xsi:type="dcterms:W3CDTF">2026-03-06T04:32:21Z</dcterms:modified>
</cp:coreProperties>
</file>