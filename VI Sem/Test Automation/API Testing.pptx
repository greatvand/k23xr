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 Agarwal" userId="7a1216fa42ee05d0" providerId="LiveId" clId="{5A8ABE04-300D-46CD-9942-40B59078845C}"/>
    <pc:docChg chg="addSld modSld">
      <pc:chgData name="Utkarsh Agarwal" userId="7a1216fa42ee05d0" providerId="LiveId" clId="{5A8ABE04-300D-46CD-9942-40B59078845C}" dt="2026-04-08T17:38:27.869" v="9" actId="22"/>
      <pc:docMkLst>
        <pc:docMk/>
      </pc:docMkLst>
      <pc:sldChg chg="addSp new mod">
        <pc:chgData name="Utkarsh Agarwal" userId="7a1216fa42ee05d0" providerId="LiveId" clId="{5A8ABE04-300D-46CD-9942-40B59078845C}" dt="2026-04-08T17:00:06.314" v="1" actId="22"/>
        <pc:sldMkLst>
          <pc:docMk/>
          <pc:sldMk cId="407687800" sldId="256"/>
        </pc:sldMkLst>
        <pc:picChg chg="add">
          <ac:chgData name="Utkarsh Agarwal" userId="7a1216fa42ee05d0" providerId="LiveId" clId="{5A8ABE04-300D-46CD-9942-40B59078845C}" dt="2026-04-08T17:00:06.314" v="1" actId="22"/>
          <ac:picMkLst>
            <pc:docMk/>
            <pc:sldMk cId="407687800" sldId="256"/>
            <ac:picMk id="5" creationId="{C9D0CC8A-C979-90D0-8A44-18B1D6B5FCFB}"/>
          </ac:picMkLst>
        </pc:picChg>
      </pc:sldChg>
      <pc:sldChg chg="addSp new mod">
        <pc:chgData name="Utkarsh Agarwal" userId="7a1216fa42ee05d0" providerId="LiveId" clId="{5A8ABE04-300D-46CD-9942-40B59078845C}" dt="2026-04-08T17:00:50.790" v="3" actId="22"/>
        <pc:sldMkLst>
          <pc:docMk/>
          <pc:sldMk cId="2488773681" sldId="257"/>
        </pc:sldMkLst>
        <pc:picChg chg="add">
          <ac:chgData name="Utkarsh Agarwal" userId="7a1216fa42ee05d0" providerId="LiveId" clId="{5A8ABE04-300D-46CD-9942-40B59078845C}" dt="2026-04-08T17:00:50.790" v="3" actId="22"/>
          <ac:picMkLst>
            <pc:docMk/>
            <pc:sldMk cId="2488773681" sldId="257"/>
            <ac:picMk id="5" creationId="{752C3A83-EBFF-7840-C78E-0E9D00F8B771}"/>
          </ac:picMkLst>
        </pc:picChg>
      </pc:sldChg>
      <pc:sldChg chg="addSp new mod">
        <pc:chgData name="Utkarsh Agarwal" userId="7a1216fa42ee05d0" providerId="LiveId" clId="{5A8ABE04-300D-46CD-9942-40B59078845C}" dt="2026-04-08T17:02:03.462" v="5" actId="22"/>
        <pc:sldMkLst>
          <pc:docMk/>
          <pc:sldMk cId="1162387778" sldId="258"/>
        </pc:sldMkLst>
        <pc:picChg chg="add">
          <ac:chgData name="Utkarsh Agarwal" userId="7a1216fa42ee05d0" providerId="LiveId" clId="{5A8ABE04-300D-46CD-9942-40B59078845C}" dt="2026-04-08T17:02:03.462" v="5" actId="22"/>
          <ac:picMkLst>
            <pc:docMk/>
            <pc:sldMk cId="1162387778" sldId="258"/>
            <ac:picMk id="5" creationId="{F4097DBD-B48D-2597-0E2D-DA49B7B4FBA0}"/>
          </ac:picMkLst>
        </pc:picChg>
      </pc:sldChg>
      <pc:sldChg chg="addSp new mod">
        <pc:chgData name="Utkarsh Agarwal" userId="7a1216fa42ee05d0" providerId="LiveId" clId="{5A8ABE04-300D-46CD-9942-40B59078845C}" dt="2026-04-08T17:37:17.762" v="7" actId="22"/>
        <pc:sldMkLst>
          <pc:docMk/>
          <pc:sldMk cId="1971096724" sldId="259"/>
        </pc:sldMkLst>
        <pc:picChg chg="add">
          <ac:chgData name="Utkarsh Agarwal" userId="7a1216fa42ee05d0" providerId="LiveId" clId="{5A8ABE04-300D-46CD-9942-40B59078845C}" dt="2026-04-08T17:37:17.762" v="7" actId="22"/>
          <ac:picMkLst>
            <pc:docMk/>
            <pc:sldMk cId="1971096724" sldId="259"/>
            <ac:picMk id="5" creationId="{A1F84829-D51F-BFE4-4CD5-F16FA4BE2080}"/>
          </ac:picMkLst>
        </pc:picChg>
      </pc:sldChg>
      <pc:sldChg chg="addSp new mod">
        <pc:chgData name="Utkarsh Agarwal" userId="7a1216fa42ee05d0" providerId="LiveId" clId="{5A8ABE04-300D-46CD-9942-40B59078845C}" dt="2026-04-08T17:38:27.869" v="9" actId="22"/>
        <pc:sldMkLst>
          <pc:docMk/>
          <pc:sldMk cId="1356420403" sldId="260"/>
        </pc:sldMkLst>
        <pc:picChg chg="add">
          <ac:chgData name="Utkarsh Agarwal" userId="7a1216fa42ee05d0" providerId="LiveId" clId="{5A8ABE04-300D-46CD-9942-40B59078845C}" dt="2026-04-08T17:38:27.869" v="9" actId="22"/>
          <ac:picMkLst>
            <pc:docMk/>
            <pc:sldMk cId="1356420403" sldId="260"/>
            <ac:picMk id="5" creationId="{623D4071-4CD0-136D-17DA-8BBF35840C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2BCA-FB7B-7F12-38FA-B4D60CAB2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1FF92-716C-48FA-367B-3C28B2D0A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CD4C6-271E-F6B5-9266-22A9FD80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B16B0-E2AB-A260-EFCC-0BC355B0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95828-E81A-B36D-37F5-29F2841E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2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D235-09DD-B4E0-5670-C4193877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A35A-2778-ED31-51DF-317128F6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220B-4B05-DBC0-207C-A0F99269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C761-0207-E21D-4110-878EDE4A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ACF4D-3EB6-FEB5-3F8B-C14DB1AE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505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2DF4-61C6-41B5-D815-A8CBA41ED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93FC7-F3BC-DE0B-5149-FF66C5D69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2CCF6-D864-D17F-D757-31B561C4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E36DA-3E4C-DF96-5FA0-3CCD08E88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8E78-CC14-8B70-485D-BE9CD0E8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36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BE5C-38AC-1B12-E71E-D05347D6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6A0C0-54B3-A4A6-59B7-0B52ABA1E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DD52A-ACD3-7D2B-4C4C-DD52285DE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B6819-02F5-A755-D55E-1D90A9D5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2F2C4-9F7C-0286-539B-77408EBF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646AC-B564-67C1-8F44-127D0F59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019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8AB9-55E7-8CCA-4A23-43127D7F2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29308-BB7B-9B80-6016-ABE7D0D29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831A6-33BB-E608-7A92-6650AD4F2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DD94-7F26-FB4F-DFF7-CA52ADB83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4F407-F575-C1A6-F8CB-548B15C37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CFFCE-02CD-941E-7B56-C6E566AB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EC3625-AC0B-E893-909F-6AF0D954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CA05F-F113-74AE-F5BF-B31C6E06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95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29F0-64AE-9285-1892-C540BA73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ADC8D-F68F-BAD7-EBBD-8187AE64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2BB1D-C8CF-02AA-3507-805CD9F6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0BF0E-993E-6A62-2AF0-C7AA581E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2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A13CD-64BC-61EC-1AAF-1040FCC5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3A2CA-ECD3-08CD-B092-337A3043D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BB429-B347-CD33-063C-53612777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01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98CF-7999-946A-3FE4-E26A4D01B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DFE6-A16E-41E1-180C-2864DDE71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0F169-ADA1-BED9-1A53-0DEAE8EC0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3C32E-706C-0B51-C228-CBA00B36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7A6E7-5F7D-095C-9E55-E10826E0E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87F47-4F39-4D42-4E40-96DD5832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80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8123-55F2-5A1A-4A20-3298FC7E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DDC12-E904-D1A7-941A-78115E8E4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297FB-94E4-3775-C85E-9D5E728D3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A601-6117-39F2-7A22-5C8E6E1E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13C67-BBE1-BA3E-63EF-F1FD4880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2F9F1-790B-484A-8673-F209EE725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68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85B9-A2B8-F574-E2CB-7FC9CAF8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67F00-541A-9B7D-316A-48349B2C0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5DD15-D66A-BCCC-05D0-ED1E1FF9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DF913-71A0-4D0F-AF37-0C78EA41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A16AC-4D78-7837-C6F7-D29F679B9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30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6267D2-BED8-C883-83B8-E3D948E6D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42C88-0670-3B86-C7E2-DF79F6FA1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04ED2-C5F4-B1B5-1C4F-50F77C72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8B7D1-3489-CE2C-CEE4-00A0E9DE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B1912-9CF7-3590-AB5D-BC9D9939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07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5EFDE-F6A4-E613-33FB-BE6D65416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3D685-9E9D-36A7-F6CF-507DBD8A1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E31C6-3553-D5E8-F8F3-709520989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F6FC0-1451-4D59-87D5-2B9B190F7FF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60DF1-3181-C9D4-866A-E0317CB0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CC56D-7519-C5A1-0F4C-B6777D7D7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D8122-3F9D-49B2-8D36-D9DDF4A79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62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C898-4327-1441-3D7B-CD5514E0AC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43B16-8A32-819B-ADEF-C193D64F2B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0CC8A-C979-90D0-8A44-18B1D6B5F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475"/>
            <a:ext cx="12192000" cy="597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7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D8D2C-02F7-DDF7-62C0-2C71FC27B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ED1E-1079-65FD-AA9F-05964A600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C3A83-EBFF-7840-C78E-0E9D00F8B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57" y="737812"/>
            <a:ext cx="8497486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7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AAB1-9D03-2F0B-3DFF-AEC989806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25C3-14AC-7735-1B77-6108AE399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97DBD-B48D-2597-0E2D-DA49B7B4F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24" y="0"/>
            <a:ext cx="7601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8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8B0D-6463-3394-65CB-8EDDC14C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0C455-0050-D299-49C3-1974DA0B0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84829-D51F-BFE4-4CD5-F16FA4BE2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6" y="0"/>
            <a:ext cx="12117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9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A091-19A7-221D-7B97-72D6BD95F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F3971-8632-E796-42CE-B97EA83E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D4071-4CD0-136D-17DA-8BBF35840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4" y="0"/>
            <a:ext cx="11276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2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Agarwal</dc:creator>
  <cp:lastModifiedBy>Utkarsh Agarwal</cp:lastModifiedBy>
  <cp:revision>1</cp:revision>
  <dcterms:created xsi:type="dcterms:W3CDTF">2026-04-08T16:59:58Z</dcterms:created>
  <dcterms:modified xsi:type="dcterms:W3CDTF">2026-04-08T17:38:28Z</dcterms:modified>
</cp:coreProperties>
</file>