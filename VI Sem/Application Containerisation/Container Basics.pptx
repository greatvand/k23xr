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karsh Agarwal" userId="7a1216fa42ee05d0" providerId="LiveId" clId="{5A8ABE04-300D-46CD-9942-40B59078845C}"/>
    <pc:docChg chg="addSld modSld">
      <pc:chgData name="Utkarsh Agarwal" userId="7a1216fa42ee05d0" providerId="LiveId" clId="{5A8ABE04-300D-46CD-9942-40B59078845C}" dt="2026-04-06T15:16:39.931" v="13" actId="22"/>
      <pc:docMkLst>
        <pc:docMk/>
      </pc:docMkLst>
      <pc:sldChg chg="addSp new mod">
        <pc:chgData name="Utkarsh Agarwal" userId="7a1216fa42ee05d0" providerId="LiveId" clId="{5A8ABE04-300D-46CD-9942-40B59078845C}" dt="2026-04-06T12:58:15.874" v="3" actId="22"/>
        <pc:sldMkLst>
          <pc:docMk/>
          <pc:sldMk cId="2454838553" sldId="260"/>
        </pc:sldMkLst>
        <pc:picChg chg="add">
          <ac:chgData name="Utkarsh Agarwal" userId="7a1216fa42ee05d0" providerId="LiveId" clId="{5A8ABE04-300D-46CD-9942-40B59078845C}" dt="2026-04-06T12:58:15.874" v="3" actId="22"/>
          <ac:picMkLst>
            <pc:docMk/>
            <pc:sldMk cId="2454838553" sldId="260"/>
            <ac:picMk id="5" creationId="{0C7492C2-06C2-4887-6700-D568178AF38D}"/>
          </ac:picMkLst>
        </pc:picChg>
      </pc:sldChg>
      <pc:sldChg chg="addSp new mod">
        <pc:chgData name="Utkarsh Agarwal" userId="7a1216fa42ee05d0" providerId="LiveId" clId="{5A8ABE04-300D-46CD-9942-40B59078845C}" dt="2026-04-06T13:25:18.077" v="5" actId="22"/>
        <pc:sldMkLst>
          <pc:docMk/>
          <pc:sldMk cId="815970323" sldId="261"/>
        </pc:sldMkLst>
        <pc:picChg chg="add">
          <ac:chgData name="Utkarsh Agarwal" userId="7a1216fa42ee05d0" providerId="LiveId" clId="{5A8ABE04-300D-46CD-9942-40B59078845C}" dt="2026-04-06T13:25:18.077" v="5" actId="22"/>
          <ac:picMkLst>
            <pc:docMk/>
            <pc:sldMk cId="815970323" sldId="261"/>
            <ac:picMk id="5" creationId="{92718562-EDA2-5D8B-4EB7-F2C1DEFAB33B}"/>
          </ac:picMkLst>
        </pc:picChg>
      </pc:sldChg>
      <pc:sldChg chg="addSp new mod">
        <pc:chgData name="Utkarsh Agarwal" userId="7a1216fa42ee05d0" providerId="LiveId" clId="{5A8ABE04-300D-46CD-9942-40B59078845C}" dt="2026-04-06T13:29:55.102" v="7" actId="22"/>
        <pc:sldMkLst>
          <pc:docMk/>
          <pc:sldMk cId="233973340" sldId="262"/>
        </pc:sldMkLst>
        <pc:picChg chg="add">
          <ac:chgData name="Utkarsh Agarwal" userId="7a1216fa42ee05d0" providerId="LiveId" clId="{5A8ABE04-300D-46CD-9942-40B59078845C}" dt="2026-04-06T13:29:55.102" v="7" actId="22"/>
          <ac:picMkLst>
            <pc:docMk/>
            <pc:sldMk cId="233973340" sldId="262"/>
            <ac:picMk id="5" creationId="{00A51B2C-507F-5A8D-0FA5-607B77E591E5}"/>
          </ac:picMkLst>
        </pc:picChg>
      </pc:sldChg>
      <pc:sldChg chg="addSp new mod">
        <pc:chgData name="Utkarsh Agarwal" userId="7a1216fa42ee05d0" providerId="LiveId" clId="{5A8ABE04-300D-46CD-9942-40B59078845C}" dt="2026-04-06T13:33:41.555" v="9" actId="22"/>
        <pc:sldMkLst>
          <pc:docMk/>
          <pc:sldMk cId="922980972" sldId="263"/>
        </pc:sldMkLst>
        <pc:picChg chg="add">
          <ac:chgData name="Utkarsh Agarwal" userId="7a1216fa42ee05d0" providerId="LiveId" clId="{5A8ABE04-300D-46CD-9942-40B59078845C}" dt="2026-04-06T13:33:41.555" v="9" actId="22"/>
          <ac:picMkLst>
            <pc:docMk/>
            <pc:sldMk cId="922980972" sldId="263"/>
            <ac:picMk id="5" creationId="{E5F963CF-735E-D5D2-53A6-580027CE298B}"/>
          </ac:picMkLst>
        </pc:picChg>
      </pc:sldChg>
      <pc:sldChg chg="addSp new mod">
        <pc:chgData name="Utkarsh Agarwal" userId="7a1216fa42ee05d0" providerId="LiveId" clId="{5A8ABE04-300D-46CD-9942-40B59078845C}" dt="2026-04-06T13:37:14.842" v="11" actId="22"/>
        <pc:sldMkLst>
          <pc:docMk/>
          <pc:sldMk cId="469281924" sldId="264"/>
        </pc:sldMkLst>
        <pc:picChg chg="add">
          <ac:chgData name="Utkarsh Agarwal" userId="7a1216fa42ee05d0" providerId="LiveId" clId="{5A8ABE04-300D-46CD-9942-40B59078845C}" dt="2026-04-06T13:37:14.842" v="11" actId="22"/>
          <ac:picMkLst>
            <pc:docMk/>
            <pc:sldMk cId="469281924" sldId="264"/>
            <ac:picMk id="5" creationId="{73CEB777-9FC8-398F-2065-40A5A2EB279D}"/>
          </ac:picMkLst>
        </pc:picChg>
      </pc:sldChg>
      <pc:sldChg chg="addSp new mod">
        <pc:chgData name="Utkarsh Agarwal" userId="7a1216fa42ee05d0" providerId="LiveId" clId="{5A8ABE04-300D-46CD-9942-40B59078845C}" dt="2026-04-06T15:16:39.931" v="13" actId="22"/>
        <pc:sldMkLst>
          <pc:docMk/>
          <pc:sldMk cId="3661936665" sldId="265"/>
        </pc:sldMkLst>
        <pc:picChg chg="add">
          <ac:chgData name="Utkarsh Agarwal" userId="7a1216fa42ee05d0" providerId="LiveId" clId="{5A8ABE04-300D-46CD-9942-40B59078845C}" dt="2026-04-06T15:16:39.931" v="13" actId="22"/>
          <ac:picMkLst>
            <pc:docMk/>
            <pc:sldMk cId="3661936665" sldId="265"/>
            <ac:picMk id="5" creationId="{1E4C1673-EC36-FEF7-D986-D23E4CBC736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65A0-5431-EBD6-E17F-F25C09771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4E297-418D-0E73-E457-CBF86FAB2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F4BFB-9CAA-5B8E-A895-DE673838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B3737-4ABE-B990-4221-8AC25353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99F90-3720-15C2-D862-9669D6CA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67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346DD-3D89-8D76-7C1E-299E1C3E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FA93F-5B9E-0C6A-2B32-46FD6063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8BAC9-C875-E1AC-E75F-09012427C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B5B3-8D83-FD55-F1DE-6AF08F0D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37FF7-0DA8-9BCC-650C-DDE45BEA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02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A0C4-0FEC-01EF-5A56-A6C93B5EB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5594F-A797-F958-6B04-7156806C8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36323-1A97-4B11-4302-6B741AC4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19BAE-2E95-F33E-CD8A-1F1AD5E0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2938D-8475-58DB-C9B5-9DB51C66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074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49F6-9D34-1F8E-DEA1-E7C94BB8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46E8-AE1F-6C25-A244-F1B64DC7F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9F8F5-8B7D-4871-5A0A-78A01C67C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E10F2-8C3A-7331-F71D-C6D33E27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1E36F-D0CA-B7BF-2018-78329E96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7A70E-766B-C950-145C-2DA8CCEC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252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CB3B-E4D9-3E7C-DD31-FF33AEAA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96C60-EE0E-3A5D-6E32-3071210D1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859F3-C579-0B44-4CCF-8F70D73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8079B-0B70-484E-4172-5E4A97B8E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8A1DC8-EB07-B1AF-5B6B-9ADA2709D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9D075-6B6F-C62B-9AE3-0ACC768DF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49DF9-72D1-BBD2-EA92-DA959568C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421C7-5BDB-7FF6-B175-A176A2BF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41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0B10-1F58-9404-76A4-3A66C680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C5B09-4EC9-31B1-4358-ED9E59215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C84A4-A25E-47CE-A764-3D5E16ED5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C444BA-DC88-D777-870D-31ADF918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3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5C7EF-2D38-EBEA-FA87-0A841A9A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2846BC-A440-42E3-419A-2828DB5C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FFC38-2568-D4AE-1CA0-2DE4B8CF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255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0763-DCAA-A99B-235B-E934B1A2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77DB-81A4-0D9B-0D90-A7D2495BC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EE6C5-6F62-B175-B771-D8B8C6A66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8E724-1E04-6CB1-37CF-08ABCC490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EA2E1-5EB5-630D-0AEC-398693F2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96ACE-3AC9-D21E-CE53-11325300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42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F7BC-9ED9-91A1-D5F3-D7CB65F4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6A3352-7817-CE12-85AD-711EB2ECA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528EC-7517-7EF6-D43E-DAD444CE3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3C655-4C4A-EAD1-E1B2-FAFD18FD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30D72-E7C6-4B05-ECDE-E495D990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4188D-6BD2-A008-16DF-6B101CD9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08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D943-1E80-D80F-8F6D-908D065B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B8B41-712D-B10F-FB32-4C84AF464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7D897-885A-D4A9-41D6-1765380C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853D2-9ED6-D3CD-27A1-89074F2B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0BDD2-0F5B-5849-40D9-3C88EDD4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61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B51DE9-2490-FF10-18BD-585268E27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FFE22-6EA6-98B2-B5B1-00DA9AE58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6EB90-1CDC-93C8-0E3A-DCAE35B9F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4C7E0-6E12-7A88-DAA7-A9722BBA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E0243-550E-7E53-A71B-8372CA6D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22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F9676B-9509-68D5-A37A-654628A6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8B6B3-5DA3-4B8A-56BE-A6051584F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2580D-301E-47AF-8296-C5A031FC2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3064D-830F-45CB-B33A-CE5F98D3C96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F9242-E70C-86A7-771C-F36F3E889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FD1F4-5680-F408-E76E-433E76DB8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15D66-F7A0-43AA-A64B-F1B819748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84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31FC-9141-A13F-B6D3-EE2643BC95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9989E-4C0F-6ACC-08C9-48D1F07C30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0D497-A416-9067-F95D-A218DF26D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56" y="1128391"/>
            <a:ext cx="9402487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7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4902-C360-7571-9106-48C8677EC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4A0D8-F138-3659-CDDE-6D125A2A7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99084-E203-F728-2C4A-71D569022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857" y="0"/>
            <a:ext cx="8794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9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5C84-56A6-BEE7-2732-B34A9588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B11A2-8D52-9DB6-6906-B1BE7F021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0F55D-B324-535F-FDC6-8610C8BE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79" y="0"/>
            <a:ext cx="9490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9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D384-92BF-EE58-3764-E994F2F7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2FBE1-22AA-13A1-7BAF-85E99CA3B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C0441-E9A6-B94C-8666-033F84307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5930"/>
            <a:ext cx="12192000" cy="462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95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59BC-5806-0C05-EA21-B5C7DA71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87679-DF3C-430E-2BD4-7D6E2D81E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492C2-06C2-4887-6700-D568178AF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789" y="0"/>
            <a:ext cx="9656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3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F837-44B7-E4AB-CE42-2CC5D183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20A71-992A-4792-798F-D83C3FB5C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18562-EDA2-5D8B-4EB7-F2C1DEFAB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51" y="0"/>
            <a:ext cx="96594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70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7904A-1214-DA25-A209-186FDDF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7DA36-33C2-3E4C-7F82-D24FEE477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51B2C-507F-5A8D-0FA5-607B77E59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80" y="0"/>
            <a:ext cx="10656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3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C7701-A58F-2A02-A988-98A7AC34D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6C20F-C579-4D94-1B75-27D27B9EB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963CF-735E-D5D2-53A6-580027CE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048" y="0"/>
            <a:ext cx="9581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8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9B9E9-51DB-AFF3-5E6B-037D8669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01B16-086E-1A8C-28A8-E511688F9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EB777-9FC8-398F-2065-40A5A2EB2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316"/>
            <a:ext cx="12192000" cy="607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81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CA8A-6B33-A662-A9F1-6B09896E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8335-BA23-BDB6-01E5-FD066A06F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C1673-EC36-FEF7-D986-D23E4CBC7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024"/>
            <a:ext cx="12192000" cy="568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3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Agarwal</dc:creator>
  <cp:lastModifiedBy>Utkarsh Agarwal</cp:lastModifiedBy>
  <cp:revision>1</cp:revision>
  <dcterms:created xsi:type="dcterms:W3CDTF">2026-03-02T04:02:14Z</dcterms:created>
  <dcterms:modified xsi:type="dcterms:W3CDTF">2026-04-06T15:16:50Z</dcterms:modified>
</cp:coreProperties>
</file>