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1166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tkarsh Agarwal" userId="7a1216fa42ee05d0" providerId="LiveId" clId="{5A8ABE04-300D-46CD-9942-40B59078845C}"/>
    <pc:docChg chg="addSld modSld">
      <pc:chgData name="Utkarsh Agarwal" userId="7a1216fa42ee05d0" providerId="LiveId" clId="{5A8ABE04-300D-46CD-9942-40B59078845C}" dt="2026-03-02T04:18:28.289" v="1" actId="22"/>
      <pc:docMkLst>
        <pc:docMk/>
      </pc:docMkLst>
      <pc:sldChg chg="addSp new mod">
        <pc:chgData name="Utkarsh Agarwal" userId="7a1216fa42ee05d0" providerId="LiveId" clId="{5A8ABE04-300D-46CD-9942-40B59078845C}" dt="2026-03-02T04:18:28.289" v="1" actId="22"/>
        <pc:sldMkLst>
          <pc:docMk/>
          <pc:sldMk cId="1563795950" sldId="259"/>
        </pc:sldMkLst>
        <pc:picChg chg="add">
          <ac:chgData name="Utkarsh Agarwal" userId="7a1216fa42ee05d0" providerId="LiveId" clId="{5A8ABE04-300D-46CD-9942-40B59078845C}" dt="2026-03-02T04:18:28.289" v="1" actId="22"/>
          <ac:picMkLst>
            <pc:docMk/>
            <pc:sldMk cId="1563795950" sldId="259"/>
            <ac:picMk id="5" creationId="{9E0C0441-E9A6-B94C-8666-033F84307F04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C65A0-5431-EBD6-E17F-F25C097714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24E297-418D-0E73-E457-CBF86FAB26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9F4BFB-9CAA-5B8E-A895-DE67383834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3064D-830F-45CB-B33A-CE5F98D3C964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CB3737-4ABE-B990-4221-8AC25353D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B99F90-3720-15C2-D862-9669D6CA8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B15D66-F7A0-43AA-A64B-F1B819748D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006740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346DD-3D89-8D76-7C1E-299E1C3E3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FFA93F-5B9E-0C6A-2B32-46FD60636B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78BAC9-C875-E1AC-E75F-09012427CC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3064D-830F-45CB-B33A-CE5F98D3C964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ABB5B3-8D83-FD55-F1DE-6AF08F0D2A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637FF7-0DA8-9BCC-650C-DDE45BEAB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B15D66-F7A0-43AA-A64B-F1B819748D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8027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55A0C4-0FEC-01EF-5A56-A6C93B5EBB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55594F-A797-F958-6B04-7156806C8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936323-1A97-4B11-4302-6B741AC46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3064D-830F-45CB-B33A-CE5F98D3C964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819BAE-2E95-F33E-CD8A-1F1AD5E07B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62938D-8475-58DB-C9B5-9DB51C667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B15D66-F7A0-43AA-A64B-F1B819748D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870745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249F6-9D34-1F8E-DEA1-E7C94BB8F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46E8-AE1F-6C25-A244-F1B64DC7F0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89F8F5-8B7D-4871-5A0A-78A01C67CC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3E10F2-8C3A-7331-F71D-C6D33E272B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3064D-830F-45CB-B33A-CE5F98D3C964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31E36F-D0CA-B7BF-2018-78329E96F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A7A70E-766B-C950-145C-2DA8CCEC5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B15D66-F7A0-43AA-A64B-F1B819748D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282521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62CB3B-E4D9-3E7C-DD31-FF33AEAA0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696C60-EE0E-3A5D-6E32-3071210D15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D859F3-C579-0B44-4CCF-8F70D73CB0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5C8079B-0B70-484E-4172-5E4A97B8E1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8A1DC8-EB07-B1AF-5B6B-9ADA2709D36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CF9D075-6B6F-C62B-9AE3-0ACC768DFA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3064D-830F-45CB-B33A-CE5F98D3C964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7F49DF9-72D1-BBD2-EA92-DA959568C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C421C7-5BDB-7FF6-B175-A176A2BFC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B15D66-F7A0-43AA-A64B-F1B819748D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54195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40B10-1F58-9404-76A4-3A66C680F0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9C5B09-4EC9-31B1-4358-ED9E59215E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3064D-830F-45CB-B33A-CE5F98D3C964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FC84A4-A25E-47CE-A764-3D5E16ED5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C444BA-DC88-D777-870D-31ADF918C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B15D66-F7A0-43AA-A64B-F1B819748D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359377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75C7EF-2D38-EBEA-FA87-0A841A9AE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3064D-830F-45CB-B33A-CE5F98D3C964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D2846BC-A440-42E3-419A-2828DB5CF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9FFC38-2568-D4AE-1CA0-2DE4B8CFC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B15D66-F7A0-43AA-A64B-F1B819748D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382551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C0763-DCAA-A99B-235B-E934B1A25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4177DB-81A4-0D9B-0D90-A7D2495BC7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DEE6C5-6F62-B175-B771-D8B8C6A66B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D8E724-1E04-6CB1-37CF-08ABCC490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3064D-830F-45CB-B33A-CE5F98D3C964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9EA2E1-5EB5-630D-0AEC-398693F237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596ACE-3AC9-D21E-CE53-11325300D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B15D66-F7A0-43AA-A64B-F1B819748D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14421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9F7BC-9ED9-91A1-D5F3-D7CB65F4BC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96A3352-7817-CE12-85AD-711EB2ECAB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D528EC-7517-7EF6-D43E-DAD444CE31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23C655-4C4A-EAD1-E1B2-FAFD18FD3B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3064D-830F-45CB-B33A-CE5F98D3C964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30D72-E7C6-4B05-ECDE-E495D99086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04188D-6BD2-A008-16DF-6B101CD95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B15D66-F7A0-43AA-A64B-F1B819748D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550817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FD943-1E80-D80F-8F6D-908D065BC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7B8B41-712D-B10F-FB32-4C84AF4640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17D897-885A-D4A9-41D6-1765380C81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3064D-830F-45CB-B33A-CE5F98D3C964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0853D2-9ED6-D3CD-27A1-89074F2B14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0BDD2-0F5B-5849-40D9-3C88EDD4B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B15D66-F7A0-43AA-A64B-F1B819748D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736106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B51DE9-2490-FF10-18BD-585268E2767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EFFE22-6EA6-98B2-B5B1-00DA9AE586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66EB90-1CDC-93C8-0E3A-DCAE35B9F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3064D-830F-45CB-B33A-CE5F98D3C964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04C7E0-6E12-7A88-DAA7-A9722BBAC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3E0243-550E-7E53-A71B-8372CA6DAA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B15D66-F7A0-43AA-A64B-F1B819748D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722270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DF9676B-9509-68D5-A37A-654628A6AB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18B6B3-5DA3-4B8A-56BE-A6051584FE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62580D-301E-47AF-8296-C5A031FC26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43064D-830F-45CB-B33A-CE5F98D3C964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1F9242-E70C-86A7-771C-F36F3E8891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FFD1F4-5680-F408-E76E-433E76DB8B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B15D66-F7A0-43AA-A64B-F1B819748D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118419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F31FC-9141-A13F-B6D3-EE2643BC95A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C69989E-4C0F-6ACC-08C9-48D1F07C307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C0D497-A416-9067-F95D-A218DF26D8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756" y="1128391"/>
            <a:ext cx="9402487" cy="4601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6724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A74902-C360-7571-9106-48C8677EC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94A0D8-F138-3659-CDDE-6D125A2A7F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3799084-E203-F728-2C4A-71D5690225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8857" y="0"/>
            <a:ext cx="879428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5997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15C84-56A6-BEE7-2732-B34A958881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7B11A2-8D52-9DB6-6906-B1BE7F021B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B0F55D-B324-535F-FDC6-8610C8BEC8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0579" y="0"/>
            <a:ext cx="949084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6392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FDD384-92BF-EE58-3764-E994F2F7F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62FBE1-22AA-13A1-7BAF-85E99CA3B8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0C0441-E9A6-B94C-8666-033F84307F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15930"/>
            <a:ext cx="12192000" cy="4626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7959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0</Words>
  <Application>Microsoft Office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Utkarsh Agarwal</dc:creator>
  <cp:lastModifiedBy>Utkarsh Agarwal</cp:lastModifiedBy>
  <cp:revision>1</cp:revision>
  <dcterms:created xsi:type="dcterms:W3CDTF">2026-03-02T04:02:14Z</dcterms:created>
  <dcterms:modified xsi:type="dcterms:W3CDTF">2026-03-02T04:18:30Z</dcterms:modified>
</cp:coreProperties>
</file>